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81" r:id="rId6"/>
    <p:sldId id="280" r:id="rId7"/>
    <p:sldId id="279" r:id="rId8"/>
    <p:sldId id="278" r:id="rId9"/>
    <p:sldId id="277" r:id="rId10"/>
    <p:sldId id="276" r:id="rId11"/>
    <p:sldId id="275" r:id="rId12"/>
    <p:sldId id="274" r:id="rId13"/>
    <p:sldId id="273" r:id="rId14"/>
    <p:sldId id="272" r:id="rId15"/>
    <p:sldId id="271" r:id="rId16"/>
    <p:sldId id="270" r:id="rId17"/>
    <p:sldId id="269" r:id="rId18"/>
    <p:sldId id="268" r:id="rId19"/>
    <p:sldId id="267" r:id="rId20"/>
    <p:sldId id="266" r:id="rId21"/>
    <p:sldId id="265" r:id="rId22"/>
    <p:sldId id="264" r:id="rId23"/>
    <p:sldId id="263" r:id="rId24"/>
    <p:sldId id="262" r:id="rId25"/>
    <p:sldId id="26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1E0331-1211-427F-A449-65954E0E1958}" v="7" dt="2025-04-30T17:30:15.3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dalore Vangeepuram, Rajagopal" userId="d01ef116-99fe-4834-8b32-8339af2dcd6e" providerId="ADAL" clId="{F31E0331-1211-427F-A449-65954E0E1958}"/>
    <pc:docChg chg="undo custSel addSld delSld modSld">
      <pc:chgData name="Gudalore Vangeepuram, Rajagopal" userId="d01ef116-99fe-4834-8b32-8339af2dcd6e" providerId="ADAL" clId="{F31E0331-1211-427F-A449-65954E0E1958}" dt="2025-04-30T17:34:53.142" v="201" actId="47"/>
      <pc:docMkLst>
        <pc:docMk/>
      </pc:docMkLst>
      <pc:sldChg chg="modSp new mod">
        <pc:chgData name="Gudalore Vangeepuram, Rajagopal" userId="d01ef116-99fe-4834-8b32-8339af2dcd6e" providerId="ADAL" clId="{F31E0331-1211-427F-A449-65954E0E1958}" dt="2025-04-30T17:05:29.201" v="2"/>
        <pc:sldMkLst>
          <pc:docMk/>
          <pc:sldMk cId="2694991810" sldId="258"/>
        </pc:sldMkLst>
        <pc:spChg chg="mod">
          <ac:chgData name="Gudalore Vangeepuram, Rajagopal" userId="d01ef116-99fe-4834-8b32-8339af2dcd6e" providerId="ADAL" clId="{F31E0331-1211-427F-A449-65954E0E1958}" dt="2025-04-30T17:05:20.151" v="1"/>
          <ac:spMkLst>
            <pc:docMk/>
            <pc:sldMk cId="2694991810" sldId="258"/>
            <ac:spMk id="2" creationId="{2C20411E-67F7-E2F6-84D5-181552845CA6}"/>
          </ac:spMkLst>
        </pc:spChg>
        <pc:spChg chg="mod">
          <ac:chgData name="Gudalore Vangeepuram, Rajagopal" userId="d01ef116-99fe-4834-8b32-8339af2dcd6e" providerId="ADAL" clId="{F31E0331-1211-427F-A449-65954E0E1958}" dt="2025-04-30T17:05:29.201" v="2"/>
          <ac:spMkLst>
            <pc:docMk/>
            <pc:sldMk cId="2694991810" sldId="258"/>
            <ac:spMk id="3" creationId="{DCDEE32B-BB24-0FFA-0331-07968AB72462}"/>
          </ac:spMkLst>
        </pc:spChg>
      </pc:sldChg>
      <pc:sldChg chg="modSp new mod">
        <pc:chgData name="Gudalore Vangeepuram, Rajagopal" userId="d01ef116-99fe-4834-8b32-8339af2dcd6e" providerId="ADAL" clId="{F31E0331-1211-427F-A449-65954E0E1958}" dt="2025-04-30T17:07:54.676" v="27"/>
        <pc:sldMkLst>
          <pc:docMk/>
          <pc:sldMk cId="3661731869" sldId="259"/>
        </pc:sldMkLst>
        <pc:spChg chg="mod">
          <ac:chgData name="Gudalore Vangeepuram, Rajagopal" userId="d01ef116-99fe-4834-8b32-8339af2dcd6e" providerId="ADAL" clId="{F31E0331-1211-427F-A449-65954E0E1958}" dt="2025-04-30T17:07:43.859" v="26"/>
          <ac:spMkLst>
            <pc:docMk/>
            <pc:sldMk cId="3661731869" sldId="259"/>
            <ac:spMk id="2" creationId="{C6E569B4-E7A4-5BFC-2A0D-8300A3A627EA}"/>
          </ac:spMkLst>
        </pc:spChg>
        <pc:spChg chg="mod">
          <ac:chgData name="Gudalore Vangeepuram, Rajagopal" userId="d01ef116-99fe-4834-8b32-8339af2dcd6e" providerId="ADAL" clId="{F31E0331-1211-427F-A449-65954E0E1958}" dt="2025-04-30T17:07:54.676" v="27"/>
          <ac:spMkLst>
            <pc:docMk/>
            <pc:sldMk cId="3661731869" sldId="259"/>
            <ac:spMk id="3" creationId="{80B52CBF-DC9D-06CF-67C6-3279D5C28779}"/>
          </ac:spMkLst>
        </pc:spChg>
      </pc:sldChg>
      <pc:sldChg chg="new del">
        <pc:chgData name="Gudalore Vangeepuram, Rajagopal" userId="d01ef116-99fe-4834-8b32-8339af2dcd6e" providerId="ADAL" clId="{F31E0331-1211-427F-A449-65954E0E1958}" dt="2025-04-30T17:34:53.142" v="201" actId="47"/>
        <pc:sldMkLst>
          <pc:docMk/>
          <pc:sldMk cId="646719721" sldId="260"/>
        </pc:sldMkLst>
      </pc:sldChg>
      <pc:sldChg chg="modSp new mod">
        <pc:chgData name="Gudalore Vangeepuram, Rajagopal" userId="d01ef116-99fe-4834-8b32-8339af2dcd6e" providerId="ADAL" clId="{F31E0331-1211-427F-A449-65954E0E1958}" dt="2025-04-30T17:33:58.487" v="200"/>
        <pc:sldMkLst>
          <pc:docMk/>
          <pc:sldMk cId="2415084313" sldId="261"/>
        </pc:sldMkLst>
        <pc:spChg chg="mod">
          <ac:chgData name="Gudalore Vangeepuram, Rajagopal" userId="d01ef116-99fe-4834-8b32-8339af2dcd6e" providerId="ADAL" clId="{F31E0331-1211-427F-A449-65954E0E1958}" dt="2025-04-30T17:33:58.487" v="200"/>
          <ac:spMkLst>
            <pc:docMk/>
            <pc:sldMk cId="2415084313" sldId="261"/>
            <ac:spMk id="2" creationId="{908AE6D9-DDEE-6BA8-33AC-EDFD7054D6F6}"/>
          </ac:spMkLst>
        </pc:spChg>
      </pc:sldChg>
      <pc:sldChg chg="modSp new mod">
        <pc:chgData name="Gudalore Vangeepuram, Rajagopal" userId="d01ef116-99fe-4834-8b32-8339af2dcd6e" providerId="ADAL" clId="{F31E0331-1211-427F-A449-65954E0E1958}" dt="2025-04-30T17:33:39.870" v="199"/>
        <pc:sldMkLst>
          <pc:docMk/>
          <pc:sldMk cId="289779256" sldId="262"/>
        </pc:sldMkLst>
        <pc:spChg chg="mod">
          <ac:chgData name="Gudalore Vangeepuram, Rajagopal" userId="d01ef116-99fe-4834-8b32-8339af2dcd6e" providerId="ADAL" clId="{F31E0331-1211-427F-A449-65954E0E1958}" dt="2025-04-30T17:33:32.550" v="198"/>
          <ac:spMkLst>
            <pc:docMk/>
            <pc:sldMk cId="289779256" sldId="262"/>
            <ac:spMk id="2" creationId="{5FD00D37-696F-D42D-C2DD-26A4026ED5FD}"/>
          </ac:spMkLst>
        </pc:spChg>
        <pc:spChg chg="mod">
          <ac:chgData name="Gudalore Vangeepuram, Rajagopal" userId="d01ef116-99fe-4834-8b32-8339af2dcd6e" providerId="ADAL" clId="{F31E0331-1211-427F-A449-65954E0E1958}" dt="2025-04-30T17:33:39.870" v="199"/>
          <ac:spMkLst>
            <pc:docMk/>
            <pc:sldMk cId="289779256" sldId="262"/>
            <ac:spMk id="3" creationId="{3E816D89-0915-6555-F1E5-ACB0DB0BA6A7}"/>
          </ac:spMkLst>
        </pc:spChg>
      </pc:sldChg>
      <pc:sldChg chg="modSp new mod">
        <pc:chgData name="Gudalore Vangeepuram, Rajagopal" userId="d01ef116-99fe-4834-8b32-8339af2dcd6e" providerId="ADAL" clId="{F31E0331-1211-427F-A449-65954E0E1958}" dt="2025-04-30T17:33:21.419" v="197" actId="27636"/>
        <pc:sldMkLst>
          <pc:docMk/>
          <pc:sldMk cId="4090422691" sldId="263"/>
        </pc:sldMkLst>
        <pc:spChg chg="mod">
          <ac:chgData name="Gudalore Vangeepuram, Rajagopal" userId="d01ef116-99fe-4834-8b32-8339af2dcd6e" providerId="ADAL" clId="{F31E0331-1211-427F-A449-65954E0E1958}" dt="2025-04-30T17:33:09.606" v="195"/>
          <ac:spMkLst>
            <pc:docMk/>
            <pc:sldMk cId="4090422691" sldId="263"/>
            <ac:spMk id="2" creationId="{E7F8F81A-8AE2-6FC6-5577-23116F1766BF}"/>
          </ac:spMkLst>
        </pc:spChg>
        <pc:spChg chg="mod">
          <ac:chgData name="Gudalore Vangeepuram, Rajagopal" userId="d01ef116-99fe-4834-8b32-8339af2dcd6e" providerId="ADAL" clId="{F31E0331-1211-427F-A449-65954E0E1958}" dt="2025-04-30T17:33:21.419" v="197" actId="27636"/>
          <ac:spMkLst>
            <pc:docMk/>
            <pc:sldMk cId="4090422691" sldId="263"/>
            <ac:spMk id="3" creationId="{B7488D3F-664F-BBA9-628A-9934675C128A}"/>
          </ac:spMkLst>
        </pc:spChg>
      </pc:sldChg>
      <pc:sldChg chg="modSp new mod">
        <pc:chgData name="Gudalore Vangeepuram, Rajagopal" userId="d01ef116-99fe-4834-8b32-8339af2dcd6e" providerId="ADAL" clId="{F31E0331-1211-427F-A449-65954E0E1958}" dt="2025-04-30T17:32:52.470" v="194"/>
        <pc:sldMkLst>
          <pc:docMk/>
          <pc:sldMk cId="3522858243" sldId="264"/>
        </pc:sldMkLst>
        <pc:spChg chg="mod">
          <ac:chgData name="Gudalore Vangeepuram, Rajagopal" userId="d01ef116-99fe-4834-8b32-8339af2dcd6e" providerId="ADAL" clId="{F31E0331-1211-427F-A449-65954E0E1958}" dt="2025-04-30T17:32:52.470" v="194"/>
          <ac:spMkLst>
            <pc:docMk/>
            <pc:sldMk cId="3522858243" sldId="264"/>
            <ac:spMk id="3" creationId="{F3F7EAC1-4399-81B9-105F-2C3208FFE469}"/>
          </ac:spMkLst>
        </pc:spChg>
      </pc:sldChg>
      <pc:sldChg chg="modSp new mod">
        <pc:chgData name="Gudalore Vangeepuram, Rajagopal" userId="d01ef116-99fe-4834-8b32-8339af2dcd6e" providerId="ADAL" clId="{F31E0331-1211-427F-A449-65954E0E1958}" dt="2025-04-30T17:32:38.141" v="193" actId="27636"/>
        <pc:sldMkLst>
          <pc:docMk/>
          <pc:sldMk cId="3801374177" sldId="265"/>
        </pc:sldMkLst>
        <pc:spChg chg="mod">
          <ac:chgData name="Gudalore Vangeepuram, Rajagopal" userId="d01ef116-99fe-4834-8b32-8339af2dcd6e" providerId="ADAL" clId="{F31E0331-1211-427F-A449-65954E0E1958}" dt="2025-04-30T17:32:17.747" v="191"/>
          <ac:spMkLst>
            <pc:docMk/>
            <pc:sldMk cId="3801374177" sldId="265"/>
            <ac:spMk id="2" creationId="{EC680C6F-D1F9-7401-D5E0-19FDD4362F73}"/>
          </ac:spMkLst>
        </pc:spChg>
        <pc:spChg chg="mod">
          <ac:chgData name="Gudalore Vangeepuram, Rajagopal" userId="d01ef116-99fe-4834-8b32-8339af2dcd6e" providerId="ADAL" clId="{F31E0331-1211-427F-A449-65954E0E1958}" dt="2025-04-30T17:32:38.141" v="193" actId="27636"/>
          <ac:spMkLst>
            <pc:docMk/>
            <pc:sldMk cId="3801374177" sldId="265"/>
            <ac:spMk id="3" creationId="{F2648B96-B7A9-9FEF-D8A2-C21816DD3071}"/>
          </ac:spMkLst>
        </pc:spChg>
      </pc:sldChg>
      <pc:sldChg chg="addSp delSp modSp new mod">
        <pc:chgData name="Gudalore Vangeepuram, Rajagopal" userId="d01ef116-99fe-4834-8b32-8339af2dcd6e" providerId="ADAL" clId="{F31E0331-1211-427F-A449-65954E0E1958}" dt="2025-04-30T17:31:59.272" v="190" actId="20577"/>
        <pc:sldMkLst>
          <pc:docMk/>
          <pc:sldMk cId="3900541996" sldId="266"/>
        </pc:sldMkLst>
        <pc:spChg chg="mod">
          <ac:chgData name="Gudalore Vangeepuram, Rajagopal" userId="d01ef116-99fe-4834-8b32-8339af2dcd6e" providerId="ADAL" clId="{F31E0331-1211-427F-A449-65954E0E1958}" dt="2025-04-30T17:30:09.047" v="182"/>
          <ac:spMkLst>
            <pc:docMk/>
            <pc:sldMk cId="3900541996" sldId="266"/>
            <ac:spMk id="2" creationId="{B428E6CE-7E3E-E4DA-641C-8C3C3244A17D}"/>
          </ac:spMkLst>
        </pc:spChg>
        <pc:spChg chg="del">
          <ac:chgData name="Gudalore Vangeepuram, Rajagopal" userId="d01ef116-99fe-4834-8b32-8339af2dcd6e" providerId="ADAL" clId="{F31E0331-1211-427F-A449-65954E0E1958}" dt="2025-04-30T17:30:15.384" v="183"/>
          <ac:spMkLst>
            <pc:docMk/>
            <pc:sldMk cId="3900541996" sldId="266"/>
            <ac:spMk id="3" creationId="{93F2D164-CA9A-0404-55B4-27903FE1EFC8}"/>
          </ac:spMkLst>
        </pc:spChg>
        <pc:spChg chg="add mod">
          <ac:chgData name="Gudalore Vangeepuram, Rajagopal" userId="d01ef116-99fe-4834-8b32-8339af2dcd6e" providerId="ADAL" clId="{F31E0331-1211-427F-A449-65954E0E1958}" dt="2025-04-30T17:31:59.272" v="190" actId="20577"/>
          <ac:spMkLst>
            <pc:docMk/>
            <pc:sldMk cId="3900541996" sldId="266"/>
            <ac:spMk id="6" creationId="{6FA5A86F-3013-8EB8-5B77-598E9B2E8363}"/>
          </ac:spMkLst>
        </pc:spChg>
        <pc:picChg chg="add mod">
          <ac:chgData name="Gudalore Vangeepuram, Rajagopal" userId="d01ef116-99fe-4834-8b32-8339af2dcd6e" providerId="ADAL" clId="{F31E0331-1211-427F-A449-65954E0E1958}" dt="2025-04-30T17:30:20.489" v="185" actId="14100"/>
          <ac:picMkLst>
            <pc:docMk/>
            <pc:sldMk cId="3900541996" sldId="266"/>
            <ac:picMk id="4" creationId="{29232B53-5B74-2AB0-E9E3-DAEC303BE056}"/>
          </ac:picMkLst>
        </pc:picChg>
      </pc:sldChg>
      <pc:sldChg chg="modSp new mod">
        <pc:chgData name="Gudalore Vangeepuram, Rajagopal" userId="d01ef116-99fe-4834-8b32-8339af2dcd6e" providerId="ADAL" clId="{F31E0331-1211-427F-A449-65954E0E1958}" dt="2025-04-30T17:29:52.782" v="181"/>
        <pc:sldMkLst>
          <pc:docMk/>
          <pc:sldMk cId="103726038" sldId="267"/>
        </pc:sldMkLst>
        <pc:spChg chg="mod">
          <ac:chgData name="Gudalore Vangeepuram, Rajagopal" userId="d01ef116-99fe-4834-8b32-8339af2dcd6e" providerId="ADAL" clId="{F31E0331-1211-427F-A449-65954E0E1958}" dt="2025-04-30T17:29:44.586" v="180"/>
          <ac:spMkLst>
            <pc:docMk/>
            <pc:sldMk cId="103726038" sldId="267"/>
            <ac:spMk id="2" creationId="{AA76CC18-0546-7363-20E9-7875D51A0C74}"/>
          </ac:spMkLst>
        </pc:spChg>
        <pc:spChg chg="mod">
          <ac:chgData name="Gudalore Vangeepuram, Rajagopal" userId="d01ef116-99fe-4834-8b32-8339af2dcd6e" providerId="ADAL" clId="{F31E0331-1211-427F-A449-65954E0E1958}" dt="2025-04-30T17:29:52.782" v="181"/>
          <ac:spMkLst>
            <pc:docMk/>
            <pc:sldMk cId="103726038" sldId="267"/>
            <ac:spMk id="3" creationId="{9366EA03-9E0A-BE17-FC18-FDA5EB2E2BAF}"/>
          </ac:spMkLst>
        </pc:spChg>
      </pc:sldChg>
      <pc:sldChg chg="delSp modSp new mod">
        <pc:chgData name="Gudalore Vangeepuram, Rajagopal" userId="d01ef116-99fe-4834-8b32-8339af2dcd6e" providerId="ADAL" clId="{F31E0331-1211-427F-A449-65954E0E1958}" dt="2025-04-30T17:28:32.279" v="179" actId="478"/>
        <pc:sldMkLst>
          <pc:docMk/>
          <pc:sldMk cId="1989136279" sldId="268"/>
        </pc:sldMkLst>
        <pc:spChg chg="mod">
          <ac:chgData name="Gudalore Vangeepuram, Rajagopal" userId="d01ef116-99fe-4834-8b32-8339af2dcd6e" providerId="ADAL" clId="{F31E0331-1211-427F-A449-65954E0E1958}" dt="2025-04-30T17:28:14.793" v="175" actId="14100"/>
          <ac:spMkLst>
            <pc:docMk/>
            <pc:sldMk cId="1989136279" sldId="268"/>
            <ac:spMk id="2" creationId="{0ABDD17F-149D-FE46-B6CB-1B230A28C874}"/>
          </ac:spMkLst>
        </pc:spChg>
        <pc:spChg chg="del mod">
          <ac:chgData name="Gudalore Vangeepuram, Rajagopal" userId="d01ef116-99fe-4834-8b32-8339af2dcd6e" providerId="ADAL" clId="{F31E0331-1211-427F-A449-65954E0E1958}" dt="2025-04-30T17:28:32.279" v="179" actId="478"/>
          <ac:spMkLst>
            <pc:docMk/>
            <pc:sldMk cId="1989136279" sldId="268"/>
            <ac:spMk id="3" creationId="{C1907372-4EB0-26FF-1B3A-C8709BE3BC25}"/>
          </ac:spMkLst>
        </pc:spChg>
      </pc:sldChg>
      <pc:sldChg chg="addSp delSp modSp new mod">
        <pc:chgData name="Gudalore Vangeepuram, Rajagopal" userId="d01ef116-99fe-4834-8b32-8339af2dcd6e" providerId="ADAL" clId="{F31E0331-1211-427F-A449-65954E0E1958}" dt="2025-04-30T17:27:24.574" v="172" actId="20577"/>
        <pc:sldMkLst>
          <pc:docMk/>
          <pc:sldMk cId="914041174" sldId="269"/>
        </pc:sldMkLst>
        <pc:spChg chg="mod">
          <ac:chgData name="Gudalore Vangeepuram, Rajagopal" userId="d01ef116-99fe-4834-8b32-8339af2dcd6e" providerId="ADAL" clId="{F31E0331-1211-427F-A449-65954E0E1958}" dt="2025-04-30T17:26:30.965" v="162"/>
          <ac:spMkLst>
            <pc:docMk/>
            <pc:sldMk cId="914041174" sldId="269"/>
            <ac:spMk id="2" creationId="{D8BD439F-D4BD-38BB-FB33-9FD08F2E4D42}"/>
          </ac:spMkLst>
        </pc:spChg>
        <pc:spChg chg="del">
          <ac:chgData name="Gudalore Vangeepuram, Rajagopal" userId="d01ef116-99fe-4834-8b32-8339af2dcd6e" providerId="ADAL" clId="{F31E0331-1211-427F-A449-65954E0E1958}" dt="2025-04-30T17:26:45.093" v="163"/>
          <ac:spMkLst>
            <pc:docMk/>
            <pc:sldMk cId="914041174" sldId="269"/>
            <ac:spMk id="3" creationId="{CB3E1E1A-3347-7A87-A466-E6F6F7090402}"/>
          </ac:spMkLst>
        </pc:spChg>
        <pc:spChg chg="add mod">
          <ac:chgData name="Gudalore Vangeepuram, Rajagopal" userId="d01ef116-99fe-4834-8b32-8339af2dcd6e" providerId="ADAL" clId="{F31E0331-1211-427F-A449-65954E0E1958}" dt="2025-04-30T17:27:24.574" v="172" actId="20577"/>
          <ac:spMkLst>
            <pc:docMk/>
            <pc:sldMk cId="914041174" sldId="269"/>
            <ac:spMk id="6" creationId="{FF46FDFE-ED1F-97A8-4A4E-A7354A9B5511}"/>
          </ac:spMkLst>
        </pc:spChg>
        <pc:picChg chg="add mod">
          <ac:chgData name="Gudalore Vangeepuram, Rajagopal" userId="d01ef116-99fe-4834-8b32-8339af2dcd6e" providerId="ADAL" clId="{F31E0331-1211-427F-A449-65954E0E1958}" dt="2025-04-30T17:26:50.978" v="165" actId="14100"/>
          <ac:picMkLst>
            <pc:docMk/>
            <pc:sldMk cId="914041174" sldId="269"/>
            <ac:picMk id="4" creationId="{EEA3418E-49DB-166B-0D67-3E90F43EDCAA}"/>
          </ac:picMkLst>
        </pc:picChg>
      </pc:sldChg>
      <pc:sldChg chg="modSp new mod">
        <pc:chgData name="Gudalore Vangeepuram, Rajagopal" userId="d01ef116-99fe-4834-8b32-8339af2dcd6e" providerId="ADAL" clId="{F31E0331-1211-427F-A449-65954E0E1958}" dt="2025-04-30T17:24:57.607" v="161" actId="5793"/>
        <pc:sldMkLst>
          <pc:docMk/>
          <pc:sldMk cId="677746446" sldId="270"/>
        </pc:sldMkLst>
        <pc:spChg chg="mod">
          <ac:chgData name="Gudalore Vangeepuram, Rajagopal" userId="d01ef116-99fe-4834-8b32-8339af2dcd6e" providerId="ADAL" clId="{F31E0331-1211-427F-A449-65954E0E1958}" dt="2025-04-30T17:24:49.600" v="158" actId="14100"/>
          <ac:spMkLst>
            <pc:docMk/>
            <pc:sldMk cId="677746446" sldId="270"/>
            <ac:spMk id="2" creationId="{478162ED-6D2E-8426-041B-85AA17EAF86D}"/>
          </ac:spMkLst>
        </pc:spChg>
        <pc:spChg chg="mod">
          <ac:chgData name="Gudalore Vangeepuram, Rajagopal" userId="d01ef116-99fe-4834-8b32-8339af2dcd6e" providerId="ADAL" clId="{F31E0331-1211-427F-A449-65954E0E1958}" dt="2025-04-30T17:24:57.607" v="161" actId="5793"/>
          <ac:spMkLst>
            <pc:docMk/>
            <pc:sldMk cId="677746446" sldId="270"/>
            <ac:spMk id="3" creationId="{F6C89610-7DD6-8A1E-7E29-91734C3D6D63}"/>
          </ac:spMkLst>
        </pc:spChg>
      </pc:sldChg>
      <pc:sldChg chg="addSp delSp modSp new mod">
        <pc:chgData name="Gudalore Vangeepuram, Rajagopal" userId="d01ef116-99fe-4834-8b32-8339af2dcd6e" providerId="ADAL" clId="{F31E0331-1211-427F-A449-65954E0E1958}" dt="2025-04-30T17:23:44.902" v="145" actId="6549"/>
        <pc:sldMkLst>
          <pc:docMk/>
          <pc:sldMk cId="1697452803" sldId="271"/>
        </pc:sldMkLst>
        <pc:spChg chg="mod">
          <ac:chgData name="Gudalore Vangeepuram, Rajagopal" userId="d01ef116-99fe-4834-8b32-8339af2dcd6e" providerId="ADAL" clId="{F31E0331-1211-427F-A449-65954E0E1958}" dt="2025-04-30T17:22:19.997" v="133"/>
          <ac:spMkLst>
            <pc:docMk/>
            <pc:sldMk cId="1697452803" sldId="271"/>
            <ac:spMk id="2" creationId="{6611C7E7-D54C-E021-5AE6-3541D2A927D9}"/>
          </ac:spMkLst>
        </pc:spChg>
        <pc:spChg chg="del">
          <ac:chgData name="Gudalore Vangeepuram, Rajagopal" userId="d01ef116-99fe-4834-8b32-8339af2dcd6e" providerId="ADAL" clId="{F31E0331-1211-427F-A449-65954E0E1958}" dt="2025-04-30T17:22:26.623" v="134"/>
          <ac:spMkLst>
            <pc:docMk/>
            <pc:sldMk cId="1697452803" sldId="271"/>
            <ac:spMk id="3" creationId="{0CDE5251-C91F-81CB-A508-232FE7545396}"/>
          </ac:spMkLst>
        </pc:spChg>
        <pc:spChg chg="add mod">
          <ac:chgData name="Gudalore Vangeepuram, Rajagopal" userId="d01ef116-99fe-4834-8b32-8339af2dcd6e" providerId="ADAL" clId="{F31E0331-1211-427F-A449-65954E0E1958}" dt="2025-04-30T17:23:44.902" v="145" actId="6549"/>
          <ac:spMkLst>
            <pc:docMk/>
            <pc:sldMk cId="1697452803" sldId="271"/>
            <ac:spMk id="6" creationId="{E1985E62-91FB-2FF3-2022-38EB20D16E5D}"/>
          </ac:spMkLst>
        </pc:spChg>
        <pc:picChg chg="add mod">
          <ac:chgData name="Gudalore Vangeepuram, Rajagopal" userId="d01ef116-99fe-4834-8b32-8339af2dcd6e" providerId="ADAL" clId="{F31E0331-1211-427F-A449-65954E0E1958}" dt="2025-04-30T17:22:33.813" v="136" actId="14100"/>
          <ac:picMkLst>
            <pc:docMk/>
            <pc:sldMk cId="1697452803" sldId="271"/>
            <ac:picMk id="4" creationId="{FCAD7101-035B-C6E1-7575-E5C56DB61730}"/>
          </ac:picMkLst>
        </pc:picChg>
      </pc:sldChg>
      <pc:sldChg chg="addSp delSp modSp new mod">
        <pc:chgData name="Gudalore Vangeepuram, Rajagopal" userId="d01ef116-99fe-4834-8b32-8339af2dcd6e" providerId="ADAL" clId="{F31E0331-1211-427F-A449-65954E0E1958}" dt="2025-04-30T17:21:59.535" v="132"/>
        <pc:sldMkLst>
          <pc:docMk/>
          <pc:sldMk cId="2761680749" sldId="272"/>
        </pc:sldMkLst>
        <pc:spChg chg="mod">
          <ac:chgData name="Gudalore Vangeepuram, Rajagopal" userId="d01ef116-99fe-4834-8b32-8339af2dcd6e" providerId="ADAL" clId="{F31E0331-1211-427F-A449-65954E0E1958}" dt="2025-04-30T17:21:48.934" v="131"/>
          <ac:spMkLst>
            <pc:docMk/>
            <pc:sldMk cId="2761680749" sldId="272"/>
            <ac:spMk id="2" creationId="{3BD0FC15-9648-223E-71B2-10DC6C35B26C}"/>
          </ac:spMkLst>
        </pc:spChg>
        <pc:spChg chg="del">
          <ac:chgData name="Gudalore Vangeepuram, Rajagopal" userId="d01ef116-99fe-4834-8b32-8339af2dcd6e" providerId="ADAL" clId="{F31E0331-1211-427F-A449-65954E0E1958}" dt="2025-04-30T17:21:59.535" v="132"/>
          <ac:spMkLst>
            <pc:docMk/>
            <pc:sldMk cId="2761680749" sldId="272"/>
            <ac:spMk id="3" creationId="{3ED218E4-8368-4925-F751-25F2C58A9569}"/>
          </ac:spMkLst>
        </pc:spChg>
        <pc:picChg chg="add mod">
          <ac:chgData name="Gudalore Vangeepuram, Rajagopal" userId="d01ef116-99fe-4834-8b32-8339af2dcd6e" providerId="ADAL" clId="{F31E0331-1211-427F-A449-65954E0E1958}" dt="2025-04-30T17:21:59.535" v="132"/>
          <ac:picMkLst>
            <pc:docMk/>
            <pc:sldMk cId="2761680749" sldId="272"/>
            <ac:picMk id="4" creationId="{4C025451-854E-A3C7-CA49-308E2DCF5132}"/>
          </ac:picMkLst>
        </pc:picChg>
      </pc:sldChg>
      <pc:sldChg chg="addSp delSp modSp new mod">
        <pc:chgData name="Gudalore Vangeepuram, Rajagopal" userId="d01ef116-99fe-4834-8b32-8339af2dcd6e" providerId="ADAL" clId="{F31E0331-1211-427F-A449-65954E0E1958}" dt="2025-04-30T17:21:10.521" v="130" actId="688"/>
        <pc:sldMkLst>
          <pc:docMk/>
          <pc:sldMk cId="2958704563" sldId="273"/>
        </pc:sldMkLst>
        <pc:spChg chg="mod">
          <ac:chgData name="Gudalore Vangeepuram, Rajagopal" userId="d01ef116-99fe-4834-8b32-8339af2dcd6e" providerId="ADAL" clId="{F31E0331-1211-427F-A449-65954E0E1958}" dt="2025-04-30T17:20:08.571" v="119"/>
          <ac:spMkLst>
            <pc:docMk/>
            <pc:sldMk cId="2958704563" sldId="273"/>
            <ac:spMk id="2" creationId="{B76EB9AE-A8BD-DD25-5D72-4C012C88787F}"/>
          </ac:spMkLst>
        </pc:spChg>
        <pc:spChg chg="del">
          <ac:chgData name="Gudalore Vangeepuram, Rajagopal" userId="d01ef116-99fe-4834-8b32-8339af2dcd6e" providerId="ADAL" clId="{F31E0331-1211-427F-A449-65954E0E1958}" dt="2025-04-30T17:20:16.917" v="120"/>
          <ac:spMkLst>
            <pc:docMk/>
            <pc:sldMk cId="2958704563" sldId="273"/>
            <ac:spMk id="3" creationId="{111DD85F-C4D9-5F6B-EDB6-46331702DB42}"/>
          </ac:spMkLst>
        </pc:spChg>
        <pc:spChg chg="add mod">
          <ac:chgData name="Gudalore Vangeepuram, Rajagopal" userId="d01ef116-99fe-4834-8b32-8339af2dcd6e" providerId="ADAL" clId="{F31E0331-1211-427F-A449-65954E0E1958}" dt="2025-04-30T17:21:10.521" v="130" actId="688"/>
          <ac:spMkLst>
            <pc:docMk/>
            <pc:sldMk cId="2958704563" sldId="273"/>
            <ac:spMk id="6" creationId="{771EF563-90D5-7A20-88AC-05B1DF88ED9A}"/>
          </ac:spMkLst>
        </pc:spChg>
        <pc:picChg chg="add mod">
          <ac:chgData name="Gudalore Vangeepuram, Rajagopal" userId="d01ef116-99fe-4834-8b32-8339af2dcd6e" providerId="ADAL" clId="{F31E0331-1211-427F-A449-65954E0E1958}" dt="2025-04-30T17:20:23.577" v="122" actId="14100"/>
          <ac:picMkLst>
            <pc:docMk/>
            <pc:sldMk cId="2958704563" sldId="273"/>
            <ac:picMk id="4" creationId="{F9C7E50F-AC37-0D40-07C5-AD212C36BDC4}"/>
          </ac:picMkLst>
        </pc:picChg>
      </pc:sldChg>
      <pc:sldChg chg="addSp delSp modSp new mod">
        <pc:chgData name="Gudalore Vangeepuram, Rajagopal" userId="d01ef116-99fe-4834-8b32-8339af2dcd6e" providerId="ADAL" clId="{F31E0331-1211-427F-A449-65954E0E1958}" dt="2025-04-30T17:19:34.926" v="118" actId="14100"/>
        <pc:sldMkLst>
          <pc:docMk/>
          <pc:sldMk cId="187561388" sldId="274"/>
        </pc:sldMkLst>
        <pc:spChg chg="mod">
          <ac:chgData name="Gudalore Vangeepuram, Rajagopal" userId="d01ef116-99fe-4834-8b32-8339af2dcd6e" providerId="ADAL" clId="{F31E0331-1211-427F-A449-65954E0E1958}" dt="2025-04-30T17:18:57.507" v="112"/>
          <ac:spMkLst>
            <pc:docMk/>
            <pc:sldMk cId="187561388" sldId="274"/>
            <ac:spMk id="2" creationId="{4687226F-A6A6-3ACA-699F-A0E7FC05C37E}"/>
          </ac:spMkLst>
        </pc:spChg>
        <pc:spChg chg="del">
          <ac:chgData name="Gudalore Vangeepuram, Rajagopal" userId="d01ef116-99fe-4834-8b32-8339af2dcd6e" providerId="ADAL" clId="{F31E0331-1211-427F-A449-65954E0E1958}" dt="2025-04-30T17:19:04.802" v="113"/>
          <ac:spMkLst>
            <pc:docMk/>
            <pc:sldMk cId="187561388" sldId="274"/>
            <ac:spMk id="3" creationId="{0AC4E3B0-2678-AFDE-E650-7F25982D357B}"/>
          </ac:spMkLst>
        </pc:spChg>
        <pc:spChg chg="add mod">
          <ac:chgData name="Gudalore Vangeepuram, Rajagopal" userId="d01ef116-99fe-4834-8b32-8339af2dcd6e" providerId="ADAL" clId="{F31E0331-1211-427F-A449-65954E0E1958}" dt="2025-04-30T17:19:34.926" v="118" actId="14100"/>
          <ac:spMkLst>
            <pc:docMk/>
            <pc:sldMk cId="187561388" sldId="274"/>
            <ac:spMk id="6" creationId="{8B49D10D-A2E9-227E-8022-1D7D78472690}"/>
          </ac:spMkLst>
        </pc:spChg>
        <pc:picChg chg="add mod">
          <ac:chgData name="Gudalore Vangeepuram, Rajagopal" userId="d01ef116-99fe-4834-8b32-8339af2dcd6e" providerId="ADAL" clId="{F31E0331-1211-427F-A449-65954E0E1958}" dt="2025-04-30T17:19:20.821" v="115" actId="14100"/>
          <ac:picMkLst>
            <pc:docMk/>
            <pc:sldMk cId="187561388" sldId="274"/>
            <ac:picMk id="4" creationId="{5FFCB3B2-245A-3C89-7828-42AD5247CABF}"/>
          </ac:picMkLst>
        </pc:picChg>
      </pc:sldChg>
      <pc:sldChg chg="addSp delSp modSp new mod">
        <pc:chgData name="Gudalore Vangeepuram, Rajagopal" userId="d01ef116-99fe-4834-8b32-8339af2dcd6e" providerId="ADAL" clId="{F31E0331-1211-427F-A449-65954E0E1958}" dt="2025-04-30T17:18:37.280" v="111" actId="20577"/>
        <pc:sldMkLst>
          <pc:docMk/>
          <pc:sldMk cId="500874585" sldId="275"/>
        </pc:sldMkLst>
        <pc:spChg chg="mod">
          <ac:chgData name="Gudalore Vangeepuram, Rajagopal" userId="d01ef116-99fe-4834-8b32-8339af2dcd6e" providerId="ADAL" clId="{F31E0331-1211-427F-A449-65954E0E1958}" dt="2025-04-30T17:13:54.495" v="93"/>
          <ac:spMkLst>
            <pc:docMk/>
            <pc:sldMk cId="500874585" sldId="275"/>
            <ac:spMk id="2" creationId="{2882B11B-87D4-4CAF-6D45-06A76052A668}"/>
          </ac:spMkLst>
        </pc:spChg>
        <pc:spChg chg="del">
          <ac:chgData name="Gudalore Vangeepuram, Rajagopal" userId="d01ef116-99fe-4834-8b32-8339af2dcd6e" providerId="ADAL" clId="{F31E0331-1211-427F-A449-65954E0E1958}" dt="2025-04-30T17:14:07.248" v="94"/>
          <ac:spMkLst>
            <pc:docMk/>
            <pc:sldMk cId="500874585" sldId="275"/>
            <ac:spMk id="3" creationId="{F42EC78A-0A3C-B8F3-2260-807CD61B0324}"/>
          </ac:spMkLst>
        </pc:spChg>
        <pc:spChg chg="add del">
          <ac:chgData name="Gudalore Vangeepuram, Rajagopal" userId="d01ef116-99fe-4834-8b32-8339af2dcd6e" providerId="ADAL" clId="{F31E0331-1211-427F-A449-65954E0E1958}" dt="2025-04-30T17:17:36.837" v="101" actId="22"/>
          <ac:spMkLst>
            <pc:docMk/>
            <pc:sldMk cId="500874585" sldId="275"/>
            <ac:spMk id="6" creationId="{23993348-80BE-0092-E3D5-C205B8A11EF7}"/>
          </ac:spMkLst>
        </pc:spChg>
        <pc:spChg chg="add mod">
          <ac:chgData name="Gudalore Vangeepuram, Rajagopal" userId="d01ef116-99fe-4834-8b32-8339af2dcd6e" providerId="ADAL" clId="{F31E0331-1211-427F-A449-65954E0E1958}" dt="2025-04-30T17:18:37.280" v="111" actId="20577"/>
          <ac:spMkLst>
            <pc:docMk/>
            <pc:sldMk cId="500874585" sldId="275"/>
            <ac:spMk id="8" creationId="{7FA86F78-0AE8-E5BF-117A-0759BE388EFA}"/>
          </ac:spMkLst>
        </pc:spChg>
        <pc:picChg chg="add mod">
          <ac:chgData name="Gudalore Vangeepuram, Rajagopal" userId="d01ef116-99fe-4834-8b32-8339af2dcd6e" providerId="ADAL" clId="{F31E0331-1211-427F-A449-65954E0E1958}" dt="2025-04-30T17:17:22.486" v="99" actId="14100"/>
          <ac:picMkLst>
            <pc:docMk/>
            <pc:sldMk cId="500874585" sldId="275"/>
            <ac:picMk id="4" creationId="{9BC1EE15-2976-3FC0-1000-403ED2C72758}"/>
          </ac:picMkLst>
        </pc:picChg>
      </pc:sldChg>
      <pc:sldChg chg="modSp new mod">
        <pc:chgData name="Gudalore Vangeepuram, Rajagopal" userId="d01ef116-99fe-4834-8b32-8339af2dcd6e" providerId="ADAL" clId="{F31E0331-1211-427F-A449-65954E0E1958}" dt="2025-04-30T17:13:32.447" v="92" actId="14100"/>
        <pc:sldMkLst>
          <pc:docMk/>
          <pc:sldMk cId="2454497708" sldId="276"/>
        </pc:sldMkLst>
        <pc:spChg chg="mod">
          <ac:chgData name="Gudalore Vangeepuram, Rajagopal" userId="d01ef116-99fe-4834-8b32-8339af2dcd6e" providerId="ADAL" clId="{F31E0331-1211-427F-A449-65954E0E1958}" dt="2025-04-30T17:13:00.793" v="80" actId="14100"/>
          <ac:spMkLst>
            <pc:docMk/>
            <pc:sldMk cId="2454497708" sldId="276"/>
            <ac:spMk id="2" creationId="{8E9C0F08-EBBF-79F7-EEBF-56F7BAE802EE}"/>
          </ac:spMkLst>
        </pc:spChg>
        <pc:spChg chg="mod">
          <ac:chgData name="Gudalore Vangeepuram, Rajagopal" userId="d01ef116-99fe-4834-8b32-8339af2dcd6e" providerId="ADAL" clId="{F31E0331-1211-427F-A449-65954E0E1958}" dt="2025-04-30T17:13:32.447" v="92" actId="14100"/>
          <ac:spMkLst>
            <pc:docMk/>
            <pc:sldMk cId="2454497708" sldId="276"/>
            <ac:spMk id="3" creationId="{13DB315D-4D45-FF87-2AA5-162DA5AFDEB4}"/>
          </ac:spMkLst>
        </pc:spChg>
      </pc:sldChg>
      <pc:sldChg chg="modSp new mod">
        <pc:chgData name="Gudalore Vangeepuram, Rajagopal" userId="d01ef116-99fe-4834-8b32-8339af2dcd6e" providerId="ADAL" clId="{F31E0331-1211-427F-A449-65954E0E1958}" dt="2025-04-30T17:12:02.558" v="71"/>
        <pc:sldMkLst>
          <pc:docMk/>
          <pc:sldMk cId="1481897096" sldId="277"/>
        </pc:sldMkLst>
        <pc:spChg chg="mod">
          <ac:chgData name="Gudalore Vangeepuram, Rajagopal" userId="d01ef116-99fe-4834-8b32-8339af2dcd6e" providerId="ADAL" clId="{F31E0331-1211-427F-A449-65954E0E1958}" dt="2025-04-30T17:11:47.710" v="70"/>
          <ac:spMkLst>
            <pc:docMk/>
            <pc:sldMk cId="1481897096" sldId="277"/>
            <ac:spMk id="2" creationId="{08DF0B8B-4851-C23C-0867-D4187591AD24}"/>
          </ac:spMkLst>
        </pc:spChg>
        <pc:spChg chg="mod">
          <ac:chgData name="Gudalore Vangeepuram, Rajagopal" userId="d01ef116-99fe-4834-8b32-8339af2dcd6e" providerId="ADAL" clId="{F31E0331-1211-427F-A449-65954E0E1958}" dt="2025-04-30T17:12:02.558" v="71"/>
          <ac:spMkLst>
            <pc:docMk/>
            <pc:sldMk cId="1481897096" sldId="277"/>
            <ac:spMk id="3" creationId="{EBBAA379-F5B0-8F6E-1057-6108C2E3FDC1}"/>
          </ac:spMkLst>
        </pc:spChg>
      </pc:sldChg>
      <pc:sldChg chg="modSp new mod">
        <pc:chgData name="Gudalore Vangeepuram, Rajagopal" userId="d01ef116-99fe-4834-8b32-8339af2dcd6e" providerId="ADAL" clId="{F31E0331-1211-427F-A449-65954E0E1958}" dt="2025-04-30T17:11:33.829" v="69"/>
        <pc:sldMkLst>
          <pc:docMk/>
          <pc:sldMk cId="2349661297" sldId="278"/>
        </pc:sldMkLst>
        <pc:spChg chg="mod">
          <ac:chgData name="Gudalore Vangeepuram, Rajagopal" userId="d01ef116-99fe-4834-8b32-8339af2dcd6e" providerId="ADAL" clId="{F31E0331-1211-427F-A449-65954E0E1958}" dt="2025-04-30T17:10:31.451" v="68"/>
          <ac:spMkLst>
            <pc:docMk/>
            <pc:sldMk cId="2349661297" sldId="278"/>
            <ac:spMk id="2" creationId="{74A6C7D2-F2CB-8243-5554-1329EB7E5789}"/>
          </ac:spMkLst>
        </pc:spChg>
        <pc:spChg chg="mod">
          <ac:chgData name="Gudalore Vangeepuram, Rajagopal" userId="d01ef116-99fe-4834-8b32-8339af2dcd6e" providerId="ADAL" clId="{F31E0331-1211-427F-A449-65954E0E1958}" dt="2025-04-30T17:11:33.829" v="69"/>
          <ac:spMkLst>
            <pc:docMk/>
            <pc:sldMk cId="2349661297" sldId="278"/>
            <ac:spMk id="3" creationId="{E3BA7DD1-5072-D2B1-4A92-6ACE1C01C733}"/>
          </ac:spMkLst>
        </pc:spChg>
      </pc:sldChg>
      <pc:sldChg chg="modSp new mod">
        <pc:chgData name="Gudalore Vangeepuram, Rajagopal" userId="d01ef116-99fe-4834-8b32-8339af2dcd6e" providerId="ADAL" clId="{F31E0331-1211-427F-A449-65954E0E1958}" dt="2025-04-30T17:09:52.372" v="67" actId="27636"/>
        <pc:sldMkLst>
          <pc:docMk/>
          <pc:sldMk cId="523108975" sldId="279"/>
        </pc:sldMkLst>
        <pc:spChg chg="mod">
          <ac:chgData name="Gudalore Vangeepuram, Rajagopal" userId="d01ef116-99fe-4834-8b32-8339af2dcd6e" providerId="ADAL" clId="{F31E0331-1211-427F-A449-65954E0E1958}" dt="2025-04-30T17:09:37.729" v="65" actId="20577"/>
          <ac:spMkLst>
            <pc:docMk/>
            <pc:sldMk cId="523108975" sldId="279"/>
            <ac:spMk id="2" creationId="{BE834E6B-6D17-5C21-BD72-DD300BCBD567}"/>
          </ac:spMkLst>
        </pc:spChg>
        <pc:spChg chg="mod">
          <ac:chgData name="Gudalore Vangeepuram, Rajagopal" userId="d01ef116-99fe-4834-8b32-8339af2dcd6e" providerId="ADAL" clId="{F31E0331-1211-427F-A449-65954E0E1958}" dt="2025-04-30T17:09:52.372" v="67" actId="27636"/>
          <ac:spMkLst>
            <pc:docMk/>
            <pc:sldMk cId="523108975" sldId="279"/>
            <ac:spMk id="3" creationId="{823D118F-1D42-163B-F0A6-3E0790604835}"/>
          </ac:spMkLst>
        </pc:spChg>
      </pc:sldChg>
      <pc:sldChg chg="modSp new mod">
        <pc:chgData name="Gudalore Vangeepuram, Rajagopal" userId="d01ef116-99fe-4834-8b32-8339af2dcd6e" providerId="ADAL" clId="{F31E0331-1211-427F-A449-65954E0E1958}" dt="2025-04-30T17:09:09.934" v="61" actId="14100"/>
        <pc:sldMkLst>
          <pc:docMk/>
          <pc:sldMk cId="2512074354" sldId="280"/>
        </pc:sldMkLst>
        <pc:spChg chg="mod">
          <ac:chgData name="Gudalore Vangeepuram, Rajagopal" userId="d01ef116-99fe-4834-8b32-8339af2dcd6e" providerId="ADAL" clId="{F31E0331-1211-427F-A449-65954E0E1958}" dt="2025-04-30T17:09:09.934" v="61" actId="14100"/>
          <ac:spMkLst>
            <pc:docMk/>
            <pc:sldMk cId="2512074354" sldId="280"/>
            <ac:spMk id="2" creationId="{D978A297-79F7-81A3-D2DC-5DFCD30EA440}"/>
          </ac:spMkLst>
        </pc:spChg>
        <pc:spChg chg="mod">
          <ac:chgData name="Gudalore Vangeepuram, Rajagopal" userId="d01ef116-99fe-4834-8b32-8339af2dcd6e" providerId="ADAL" clId="{F31E0331-1211-427F-A449-65954E0E1958}" dt="2025-04-30T17:09:02.201" v="58" actId="20577"/>
          <ac:spMkLst>
            <pc:docMk/>
            <pc:sldMk cId="2512074354" sldId="280"/>
            <ac:spMk id="3" creationId="{9AD41651-086D-96A7-510C-5986F2C79E7F}"/>
          </ac:spMkLst>
        </pc:spChg>
      </pc:sldChg>
      <pc:sldChg chg="modSp new mod">
        <pc:chgData name="Gudalore Vangeepuram, Rajagopal" userId="d01ef116-99fe-4834-8b32-8339af2dcd6e" providerId="ADAL" clId="{F31E0331-1211-427F-A449-65954E0E1958}" dt="2025-04-30T17:08:21.630" v="29"/>
        <pc:sldMkLst>
          <pc:docMk/>
          <pc:sldMk cId="1916862325" sldId="281"/>
        </pc:sldMkLst>
        <pc:spChg chg="mod">
          <ac:chgData name="Gudalore Vangeepuram, Rajagopal" userId="d01ef116-99fe-4834-8b32-8339af2dcd6e" providerId="ADAL" clId="{F31E0331-1211-427F-A449-65954E0E1958}" dt="2025-04-30T17:08:08.339" v="28"/>
          <ac:spMkLst>
            <pc:docMk/>
            <pc:sldMk cId="1916862325" sldId="281"/>
            <ac:spMk id="2" creationId="{C7BF953D-1564-1ACD-AC4A-E688532A4C2B}"/>
          </ac:spMkLst>
        </pc:spChg>
        <pc:spChg chg="mod">
          <ac:chgData name="Gudalore Vangeepuram, Rajagopal" userId="d01ef116-99fe-4834-8b32-8339af2dcd6e" providerId="ADAL" clId="{F31E0331-1211-427F-A449-65954E0E1958}" dt="2025-04-30T17:08:21.630" v="29"/>
          <ac:spMkLst>
            <pc:docMk/>
            <pc:sldMk cId="1916862325" sldId="281"/>
            <ac:spMk id="3" creationId="{F9E83411-DC45-4AA1-5391-5BE511FC5F6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96A7D2-90C9-49C6-9D10-2D5EB32FD313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CFA874-F636-499E-8E0D-DAA2988C5F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232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CFA874-F636-499E-8E0D-DAA2988C5F2A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2008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490D5-5EB1-A2B3-E4DB-635F6DF369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857FAF-0901-C70A-300C-F4602258E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BE038-0F6F-E104-344D-8DC31B099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60C3-F97D-4234-8698-F34F16EEFA65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5D423-671F-7214-6056-2D6BE145D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2E35A-8992-D9E1-7E2B-2AC186DF3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B5CA-D5FF-4A7D-98C7-8BF5652F92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6507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2EB2C-49EC-DDBE-8842-3C591E42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772CB-ED40-B391-B0A3-F2F64777F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0FDFC-EEC7-164F-1542-1356D8244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60C3-F97D-4234-8698-F34F16EEFA65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08BC6-4640-7C23-A885-3FBD7DBA9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F9C15-850C-ECCC-1BDE-51D44C03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B5CA-D5FF-4A7D-98C7-8BF5652F92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8934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ADFF1-FF3C-A8D8-DA56-38887748A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94169-9C0B-DE89-3899-B4B4A0199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B8BF5-9303-F3B7-AF86-19099010C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60C3-F97D-4234-8698-F34F16EEFA65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CA038-B102-F164-1707-5B0D81C82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62163-767B-07BF-AB30-0F6D929A4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B5CA-D5FF-4A7D-98C7-8BF5652F92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200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7DBA6-958C-81E5-D1AC-B94F1AFD9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D0A49-3E70-F678-AFE7-71C2594AE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A87B5-4408-9385-5448-DF3BD50BD0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4CF3DF-EF13-7455-F3B9-D096BBE4E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60C3-F97D-4234-8698-F34F16EEFA65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D3561-2D40-F989-5919-2F45ADB2D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579EA-DFE7-F20F-3548-AAFA839AA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B5CA-D5FF-4A7D-98C7-8BF5652F92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7434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0A3B0-DA8D-51F3-4F4E-D3AA6FF0E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FEEFD-18DC-8338-135C-D359DC747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7CA0B7-16BB-D6DA-8389-43321E40B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5E6A94-D7A4-5BDE-F9B0-E82ED92448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937769-8D76-1B2C-451B-2C86B5CA81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710A94-8EF2-0F9B-FC5C-733AC09B7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60C3-F97D-4234-8698-F34F16EEFA65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0E35D6-A75E-1A35-2155-AB6B72BCE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3979D0-E6B2-661D-B87A-2C05C1A08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B5CA-D5FF-4A7D-98C7-8BF5652F92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715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6EBC0-1FE8-5196-B158-DE13F2A8D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68A50D-83E8-9A14-0EEE-1ACA440B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60C3-F97D-4234-8698-F34F16EEFA65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12EEB-B395-32EC-7A68-37951EC5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18C80E-3FCF-79C2-1099-73E2B181D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B5CA-D5FF-4A7D-98C7-8BF5652F92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834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05F5D0-92CD-1531-EF3A-F021A7C7C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60C3-F97D-4234-8698-F34F16EEFA65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AD806E-F8E9-587B-0191-B2299E782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819B5-13C0-DB0E-E044-9EE52F597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B5CA-D5FF-4A7D-98C7-8BF5652F92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366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95FF3-E9FB-9125-1381-ED76C84E7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C64F6-3EA0-A135-963D-34B79A4AC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5484E5-9831-630C-3B4B-0575B90B8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1E0D22-D62C-08B0-D6B9-DD6079240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60C3-F97D-4234-8698-F34F16EEFA65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DA23C-DC00-C65B-84FA-88B6A8B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448D8F-97DB-8B73-DE6D-BCE3FF94D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B5CA-D5FF-4A7D-98C7-8BF5652F92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1378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1B372-D4E5-90AF-3AA0-31A9A0A7A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F8205E-97CD-23AE-36A9-ED1134C384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2BFD9-7C62-372E-B7BF-DEE7AC552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EE8BB-53C8-B67D-9C82-01AE403E0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60C3-F97D-4234-8698-F34F16EEFA65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8300D-83CC-FA47-8462-3F32CD748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32BF7-031F-17F2-3D5B-5A852EBAB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B5CA-D5FF-4A7D-98C7-8BF5652F92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888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A2E7A-27E3-CD9C-9B62-84E0172CC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CB8DBE-D3F4-5B70-22A7-98E606774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AAFBE-B220-6BB8-F76B-B04024387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60C3-F97D-4234-8698-F34F16EEFA65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B2792-733E-4511-8F0C-CBAB661BF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872B4-F142-9A7D-DEDC-E5A900B81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B5CA-D5FF-4A7D-98C7-8BF5652F92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800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12E835-A18D-EDE2-6B71-03AFA20A4C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29F13-9326-5F0C-C16F-6D8F27DF2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402FD-A3B2-CD2A-7573-7DAA10909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C60C3-F97D-4234-8698-F34F16EEFA65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61AE5-05EB-21E4-613B-0F4149050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F69BB-1F1E-7531-4B13-BDCE8318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5B5CA-D5FF-4A7D-98C7-8BF5652F92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2144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C43B1F-0AC5-BB81-11F6-C3F19E5AF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617B3-93C0-3116-2F79-9B7A88FE5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BEA02-703A-8AE4-636B-118619552D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0C60C3-F97D-4234-8698-F34F16EEFA65}" type="datetimeFigureOut">
              <a:rPr lang="en-GB" smtClean="0"/>
              <a:t>30/04/2025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F0C9B-9C09-04AE-0B28-845948C96A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8038B-54E6-3041-3AB7-59EB736AE5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5B5CA-D5FF-4A7D-98C7-8BF5652F92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8722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6A50E-05F2-22A8-9A87-3E983CDDE5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Fraudulent Claim Detection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2CF4D4-B94F-C7AD-DC39-6E253C33FD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Rajagopal G.V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6577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18259-637B-3322-A636-726E19C9C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84077-E7D2-83FF-8F9E-1CC26A216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Every year, thousands of claims are processed by Global Insure, a top </a:t>
            </a:r>
          </a:p>
          <a:p>
            <a:pPr marL="0" indent="0">
              <a:buNone/>
            </a:pPr>
            <a:r>
              <a:rPr lang="en-US" dirty="0"/>
              <a:t>insurance provider. But a sizable portion of these assertions are later</a:t>
            </a:r>
          </a:p>
          <a:p>
            <a:pPr marL="0" indent="0">
              <a:buNone/>
            </a:pPr>
            <a:r>
              <a:rPr lang="en-US" dirty="0"/>
              <a:t>found to be false, causing large financial losses.</a:t>
            </a:r>
          </a:p>
          <a:p>
            <a:pPr marL="0" indent="0">
              <a:buNone/>
            </a:pPr>
            <a:r>
              <a:rPr lang="en-US" dirty="0"/>
              <a:t>Manual inspections are the company's current method of detecting false</a:t>
            </a:r>
          </a:p>
          <a:p>
            <a:pPr marL="0" indent="0">
              <a:buNone/>
            </a:pPr>
            <a:r>
              <a:rPr lang="en-US" dirty="0"/>
              <a:t>claims, and they are ineffective and time-consuming. Fraudulent claims</a:t>
            </a:r>
          </a:p>
          <a:p>
            <a:pPr marL="0" indent="0">
              <a:buNone/>
            </a:pPr>
            <a:r>
              <a:rPr lang="en-US" dirty="0"/>
              <a:t>are frequently discovered after the corporation has already made sizable </a:t>
            </a:r>
          </a:p>
          <a:p>
            <a:pPr marL="0" indent="0">
              <a:buNone/>
            </a:pPr>
            <a:r>
              <a:rPr lang="en-US" dirty="0"/>
              <a:t>payouts, which is too late in the process. Using data-driven insights, </a:t>
            </a:r>
          </a:p>
          <a:p>
            <a:pPr marL="0" indent="0">
              <a:buNone/>
            </a:pPr>
            <a:r>
              <a:rPr lang="en-US" dirty="0"/>
              <a:t>Global Insure hopes to enhance its fraud detection procedure by early</a:t>
            </a:r>
          </a:p>
          <a:p>
            <a:pPr marL="0" indent="0">
              <a:buNone/>
            </a:pPr>
            <a:r>
              <a:rPr lang="en-US" dirty="0"/>
              <a:t>in the approval process, classifying claims as either legitimate or</a:t>
            </a:r>
          </a:p>
          <a:p>
            <a:pPr marL="0" indent="0">
              <a:buNone/>
            </a:pPr>
            <a:r>
              <a:rPr lang="en-US" dirty="0"/>
              <a:t>fraudulent. In addition to minimizing monetary losses, this would streamline </a:t>
            </a:r>
          </a:p>
          <a:p>
            <a:pPr marL="0" indent="0">
              <a:buNone/>
            </a:pPr>
            <a:r>
              <a:rPr lang="en-US" dirty="0"/>
              <a:t>the claims processing procedure as a whole.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4679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0411E-67F7-E2F6-84D5-181552845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Objective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EE32B-BB24-0FFA-0331-07968AB72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can we </a:t>
            </a:r>
            <a:r>
              <a:rPr lang="en-US" dirty="0" err="1"/>
              <a:t>analyse</a:t>
            </a:r>
            <a:r>
              <a:rPr lang="en-US" dirty="0"/>
              <a:t> historical claim data to detect patterns that indicate fraudulent claims?</a:t>
            </a:r>
          </a:p>
          <a:p>
            <a:r>
              <a:rPr lang="en-US" dirty="0"/>
              <a:t>Which features are most predictive of fraudulent </a:t>
            </a:r>
            <a:r>
              <a:rPr lang="en-US" dirty="0" err="1"/>
              <a:t>behaviour</a:t>
            </a:r>
            <a:r>
              <a:rPr lang="en-US" dirty="0"/>
              <a:t>?</a:t>
            </a:r>
          </a:p>
          <a:p>
            <a:r>
              <a:rPr lang="en-US" dirty="0"/>
              <a:t> Can we predict the likelihood of fraud for an incoming claim, based on past data? </a:t>
            </a:r>
          </a:p>
          <a:p>
            <a:r>
              <a:rPr lang="en-US" dirty="0"/>
              <a:t>What insights can be drawn from the model that can help in improving the fraud detection process?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4991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569B4-E7A4-5BFC-2A0D-8300A3A62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of the Dataset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52CBF-DC9D-06CF-67C6-3279D5C28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1000 Datapoints</a:t>
            </a:r>
          </a:p>
          <a:p>
            <a:r>
              <a:rPr lang="en-IN" dirty="0"/>
              <a:t>40 features:</a:t>
            </a:r>
          </a:p>
          <a:p>
            <a:r>
              <a:rPr lang="en-IN" dirty="0"/>
              <a:t>One Target Variable: </a:t>
            </a:r>
            <a:r>
              <a:rPr lang="en-IN" dirty="0" err="1"/>
              <a:t>Fraud_Reported</a:t>
            </a:r>
            <a:endParaRPr lang="en-IN" dirty="0"/>
          </a:p>
          <a:p>
            <a:pPr lvl="1"/>
            <a:r>
              <a:rPr lang="en-IN" dirty="0"/>
              <a:t>Yes – 247 Count</a:t>
            </a:r>
          </a:p>
          <a:p>
            <a:pPr lvl="1"/>
            <a:r>
              <a:rPr lang="en-IN" dirty="0"/>
              <a:t>No – 753 Count</a:t>
            </a:r>
          </a:p>
          <a:p>
            <a:r>
              <a:rPr lang="en-IN" dirty="0"/>
              <a:t>Target variable demonstrates High Class Imbalance. Important to take care of this during modelling.</a:t>
            </a:r>
          </a:p>
          <a:p>
            <a:r>
              <a:rPr lang="en-IN" dirty="0"/>
              <a:t>Dataset split into Train and Test set for modelling purpose. Train set had 800 datapoints. Test set had 200 datapoints.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1731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F953D-1564-1ACD-AC4A-E688532A4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 Metric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83411-DC45-4AA1-5391-5BE511FC5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evaluation metric for this project is precision and recall and ROC Score.</a:t>
            </a:r>
          </a:p>
          <a:p>
            <a:r>
              <a:rPr lang="en-IN" dirty="0"/>
              <a:t>For business, it is important to identify false positives and true negatives, so recall is to be given more importance.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6862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8A297-79F7-81A3-D2DC-5DFCD30EA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7925"/>
            <a:ext cx="10515600" cy="3561907"/>
          </a:xfrm>
        </p:spPr>
        <p:txBody>
          <a:bodyPr/>
          <a:lstStyle/>
          <a:p>
            <a:r>
              <a:rPr lang="en-IN" dirty="0"/>
              <a:t>Data Cleaning and Preprocessing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41651-086D-96A7-510C-5986F2C79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                   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2074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4E6B-6D17-5C21-BD72-DD300BCBD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/>
              <a:t>Changing datatypes and Dropping columns with Unique Values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D118F-1D42-163B-F0A6-3E0790604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Needed to change </a:t>
            </a:r>
            <a:r>
              <a:rPr lang="en-IN" dirty="0" err="1"/>
              <a:t>dtype</a:t>
            </a:r>
            <a:r>
              <a:rPr lang="en-IN" dirty="0"/>
              <a:t> of certain columns from numerical to categorical as they were categorical features by nature:</a:t>
            </a:r>
          </a:p>
          <a:p>
            <a:pPr lvl="1"/>
            <a:r>
              <a:rPr lang="en-IN" dirty="0"/>
              <a:t>Number of Vehicles Involved</a:t>
            </a:r>
          </a:p>
          <a:p>
            <a:pPr lvl="1"/>
            <a:r>
              <a:rPr lang="en-IN" dirty="0"/>
              <a:t>Number of Bodily Injuries</a:t>
            </a:r>
          </a:p>
          <a:p>
            <a:pPr lvl="1"/>
            <a:r>
              <a:rPr lang="en-IN" dirty="0"/>
              <a:t>Number of Witnesses</a:t>
            </a:r>
          </a:p>
          <a:p>
            <a:r>
              <a:rPr lang="en-IN" dirty="0"/>
              <a:t>Decided to drop 5 columns as had too many unique values, did not give any useful insights:</a:t>
            </a:r>
          </a:p>
          <a:p>
            <a:pPr lvl="1"/>
            <a:r>
              <a:rPr lang="en-IN" dirty="0"/>
              <a:t>Policy Number</a:t>
            </a:r>
          </a:p>
          <a:p>
            <a:pPr lvl="1"/>
            <a:r>
              <a:rPr lang="en-IN" dirty="0"/>
              <a:t>Incident Location</a:t>
            </a:r>
          </a:p>
          <a:p>
            <a:pPr lvl="1"/>
            <a:r>
              <a:rPr lang="en-IN" dirty="0"/>
              <a:t>Insured Zip</a:t>
            </a:r>
          </a:p>
          <a:p>
            <a:pPr lvl="1"/>
            <a:r>
              <a:rPr lang="en-IN" dirty="0"/>
              <a:t>Policy Bind Date</a:t>
            </a:r>
          </a:p>
          <a:p>
            <a:pPr lvl="1"/>
            <a:r>
              <a:rPr lang="en-IN" dirty="0" err="1"/>
              <a:t>policy_csl</a:t>
            </a:r>
            <a:endParaRPr lang="en-IN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3108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6C7D2-F2CB-8243-5554-1329EB7E5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Imputation of Missing Values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A7DD1-5072-D2B1-4A92-6ACE1C01C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Three columns had ‘?’ (missing values):</a:t>
            </a:r>
          </a:p>
          <a:p>
            <a:pPr lvl="1"/>
            <a:r>
              <a:rPr lang="en-IN" dirty="0"/>
              <a:t>Collision Type</a:t>
            </a:r>
          </a:p>
          <a:p>
            <a:pPr lvl="1"/>
            <a:r>
              <a:rPr lang="en-IN" dirty="0"/>
              <a:t>Property Damage</a:t>
            </a:r>
          </a:p>
          <a:p>
            <a:pPr lvl="1"/>
            <a:r>
              <a:rPr lang="en-IN" dirty="0"/>
              <a:t>Police Report Available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9661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F0B8B-4851-C23C-0867-D4187591A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Label Encoding of Categorical Features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AA379-F5B0-8F6E-1057-6108C2E3F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Categorical features were label encoded before inputting into the model.</a:t>
            </a:r>
          </a:p>
          <a:p>
            <a:r>
              <a:rPr lang="en-IN" dirty="0"/>
              <a:t>Did not one hot encode because of use of tree- based models.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1897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C0F08-EBBF-79F7-EEBF-56F7BAE80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93684"/>
          </a:xfrm>
        </p:spPr>
        <p:txBody>
          <a:bodyPr/>
          <a:lstStyle/>
          <a:p>
            <a:r>
              <a:rPr lang="en-IN" dirty="0"/>
              <a:t>Exploratory Data Analysis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B315D-4D45-FF87-2AA5-162DA5AFD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507" y="1956391"/>
            <a:ext cx="10992293" cy="281762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		 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4497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2B11B-87D4-4CAF-6D45-06A76052A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/>
              <a:t>Number Of Witnesses gives some information</a:t>
            </a:r>
            <a:endParaRPr lang="en-GB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BC1EE15-2976-3FC0-1000-403ED2C727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1903228"/>
            <a:ext cx="4385467" cy="4332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A86F78-0AE8-E5BF-117A-0759BE388EFA}"/>
              </a:ext>
            </a:extLst>
          </p:cNvPr>
          <p:cNvSpPr txBox="1"/>
          <p:nvPr/>
        </p:nvSpPr>
        <p:spPr>
          <a:xfrm>
            <a:off x="5252484" y="2498754"/>
            <a:ext cx="584790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Even the presence of one witness increase the chances of detecting a claim as fraudulent.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Out of 247 fraudulent claims, 197 claims had </a:t>
            </a:r>
            <a:r>
              <a:rPr lang="en-IN" dirty="0" err="1"/>
              <a:t>atleast</a:t>
            </a:r>
            <a:r>
              <a:rPr lang="en-IN" dirty="0"/>
              <a:t> one witness present</a:t>
            </a:r>
          </a:p>
        </p:txBody>
      </p:sp>
    </p:spTree>
    <p:extLst>
      <p:ext uri="{BB962C8B-B14F-4D97-AF65-F5344CB8AC3E}">
        <p14:creationId xmlns:p14="http://schemas.microsoft.com/office/powerpoint/2010/main" val="500874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7226F-A6A6-3ACA-699F-A0E7FC05C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Fraud Report</a:t>
            </a:r>
            <a:endParaRPr lang="en-GB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FFCB3B2-245A-3C89-7828-42AD5247CAB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78972" y="1825625"/>
            <a:ext cx="5889172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49D10D-A2E9-227E-8022-1D7D78472690}"/>
              </a:ext>
            </a:extLst>
          </p:cNvPr>
          <p:cNvSpPr txBox="1"/>
          <p:nvPr/>
        </p:nvSpPr>
        <p:spPr>
          <a:xfrm>
            <a:off x="6602818" y="2551837"/>
            <a:ext cx="492287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Availability of police report reduces the chances of fraudulent claims, although fewer cases actually have a police report available.</a:t>
            </a:r>
          </a:p>
          <a:p>
            <a:r>
              <a:rPr lang="en-IN" dirty="0"/>
              <a:t>Increase in number of datapoints would help to determine a more clear relationship between fraudulent claims and the availability of police reports.</a:t>
            </a:r>
          </a:p>
        </p:txBody>
      </p:sp>
    </p:spTree>
    <p:extLst>
      <p:ext uri="{BB962C8B-B14F-4D97-AF65-F5344CB8AC3E}">
        <p14:creationId xmlns:p14="http://schemas.microsoft.com/office/powerpoint/2010/main" val="187561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B9AE-A8BD-DD25-5D72-4C012C887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Fraud Report By City</a:t>
            </a:r>
            <a:endParaRPr lang="en-GB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9C7E50F-AC37-0D40-07C5-AD212C36BDC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51114" y="1825625"/>
            <a:ext cx="6237515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1EF563-90D5-7A20-88AC-05B1DF88ED9A}"/>
              </a:ext>
            </a:extLst>
          </p:cNvPr>
          <p:cNvSpPr txBox="1"/>
          <p:nvPr/>
        </p:nvSpPr>
        <p:spPr>
          <a:xfrm flipH="1">
            <a:off x="7545347" y="3318981"/>
            <a:ext cx="21540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Springfield Contains 155 %</a:t>
            </a:r>
          </a:p>
        </p:txBody>
      </p:sp>
    </p:spTree>
    <p:extLst>
      <p:ext uri="{BB962C8B-B14F-4D97-AF65-F5344CB8AC3E}">
        <p14:creationId xmlns:p14="http://schemas.microsoft.com/office/powerpoint/2010/main" val="2958704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0FC15-9648-223E-71B2-10DC6C35B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Fraud Report By State</a:t>
            </a:r>
            <a:endParaRPr lang="en-GB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025451-854E-A3C7-CA49-308E2DCF513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2718965" y="1825625"/>
            <a:ext cx="6754069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61680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1C7E7-D54C-E021-5AE6-3541D2A92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Incident hour of the day</a:t>
            </a:r>
            <a:endParaRPr lang="en-GB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CAD7101-035B-C6E1-7575-E5C56DB6173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59229" y="1825625"/>
            <a:ext cx="5050971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985E62-91FB-2FF3-2022-38EB20D16E5D}"/>
              </a:ext>
            </a:extLst>
          </p:cNvPr>
          <p:cNvSpPr txBox="1"/>
          <p:nvPr/>
        </p:nvSpPr>
        <p:spPr>
          <a:xfrm>
            <a:off x="6273208" y="2690336"/>
            <a:ext cx="53375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Major Damage is reported fraudulently more often.</a:t>
            </a:r>
          </a:p>
          <a:p>
            <a:endParaRPr lang="en-IN" dirty="0"/>
          </a:p>
          <a:p>
            <a:r>
              <a:rPr lang="en-IN" dirty="0"/>
              <a:t>This is what would be expected. </a:t>
            </a:r>
          </a:p>
          <a:p>
            <a:r>
              <a:rPr lang="en-IN" dirty="0"/>
              <a:t>People claiming for minor damage tend to add other previous damages that would not actually be part of the incident for which the claim has been made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7452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162ED-6D2E-8426-041B-85AA17EA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8019"/>
            <a:ext cx="10515600" cy="3370521"/>
          </a:xfrm>
        </p:spPr>
        <p:txBody>
          <a:bodyPr/>
          <a:lstStyle/>
          <a:p>
            <a:r>
              <a:rPr lang="en-IN" dirty="0"/>
              <a:t>Feature Selection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89610-7DD6-8A1E-7E29-91734C3D6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7746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439F-D4BD-38BB-FB33-9FD08F2E4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Correlation Amongst Numerical Features</a:t>
            </a:r>
            <a:endParaRPr lang="en-GB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EA3418E-49DB-166B-0D67-3E90F43EDC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164772" y="1825625"/>
            <a:ext cx="4441372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46FDFE-ED1F-97A8-4A4E-A7354A9B5511}"/>
              </a:ext>
            </a:extLst>
          </p:cNvPr>
          <p:cNvSpPr txBox="1"/>
          <p:nvPr/>
        </p:nvSpPr>
        <p:spPr>
          <a:xfrm>
            <a:off x="6347636" y="2413338"/>
            <a:ext cx="53481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following heatmap shows high correlation amongst the following columns:</a:t>
            </a:r>
          </a:p>
          <a:p>
            <a:r>
              <a:rPr lang="en-IN" dirty="0"/>
              <a:t>Age and Months as customer Total Claim Amount with its individual constituents. (Injury, Property, Vehicle)</a:t>
            </a:r>
          </a:p>
          <a:p>
            <a:r>
              <a:rPr lang="en-IN" dirty="0"/>
              <a:t>Age and the individual Constituents were dropped from the dataset.</a:t>
            </a:r>
          </a:p>
        </p:txBody>
      </p:sp>
    </p:spTree>
    <p:extLst>
      <p:ext uri="{BB962C8B-B14F-4D97-AF65-F5344CB8AC3E}">
        <p14:creationId xmlns:p14="http://schemas.microsoft.com/office/powerpoint/2010/main" val="914041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D17F-149D-FE46-B6CB-1B230A28C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6511"/>
            <a:ext cx="10515600" cy="3413051"/>
          </a:xfrm>
        </p:spPr>
        <p:txBody>
          <a:bodyPr/>
          <a:lstStyle/>
          <a:p>
            <a:r>
              <a:rPr lang="en-IN" dirty="0"/>
              <a:t>Models and Approaches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91362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6CC18-0546-7363-20E9-7875D51A0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Models Used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6EA03-9E0A-BE17-FC18-FDA5EB2E2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After removing correlated features and features with unique values, we have 30 features in the dataset:</a:t>
            </a:r>
          </a:p>
          <a:p>
            <a:pPr lvl="1"/>
            <a:r>
              <a:rPr lang="en-IN" dirty="0"/>
              <a:t>9 Numerical Features</a:t>
            </a:r>
          </a:p>
          <a:p>
            <a:pPr lvl="1"/>
            <a:r>
              <a:rPr lang="en-IN" dirty="0"/>
              <a:t>21 Categorical Features</a:t>
            </a:r>
          </a:p>
          <a:p>
            <a:r>
              <a:rPr lang="en-IN" dirty="0"/>
              <a:t>Predictive Model used is </a:t>
            </a:r>
            <a:r>
              <a:rPr lang="en-IN" dirty="0" err="1"/>
              <a:t>RandomForestClassifier</a:t>
            </a:r>
            <a:r>
              <a:rPr lang="en-IN" dirty="0"/>
              <a:t> and </a:t>
            </a:r>
            <a:r>
              <a:rPr lang="en-IN" dirty="0" err="1"/>
              <a:t>XGBoostClassifier</a:t>
            </a:r>
            <a:endParaRPr lang="en-IN" dirty="0"/>
          </a:p>
          <a:p>
            <a:r>
              <a:rPr lang="en-IN" dirty="0"/>
              <a:t>Also tried using </a:t>
            </a:r>
            <a:r>
              <a:rPr lang="en-IN" dirty="0" err="1"/>
              <a:t>GradientBoostingClassifier</a:t>
            </a:r>
            <a:r>
              <a:rPr lang="en-IN" dirty="0"/>
              <a:t>, however above models gave superior performance</a:t>
            </a:r>
          </a:p>
          <a:p>
            <a:r>
              <a:rPr lang="en-IN" dirty="0" err="1"/>
              <a:t>RandomForestClassifier</a:t>
            </a:r>
            <a:r>
              <a:rPr lang="en-IN" dirty="0"/>
              <a:t> gave best performance, so results for that have been shown.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726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8E6CE-7E3E-E4DA-641C-8C3C3244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ROC AUC Curve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9232B53-5B74-2AB0-E9E3-DAEC303BE05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1" y="1825625"/>
            <a:ext cx="550817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A5A86F-3013-8EB8-5B77-598E9B2E8363}"/>
              </a:ext>
            </a:extLst>
          </p:cNvPr>
          <p:cNvSpPr txBox="1"/>
          <p:nvPr/>
        </p:nvSpPr>
        <p:spPr>
          <a:xfrm>
            <a:off x="7176976" y="2828836"/>
            <a:ext cx="378519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ROC AUC Curve shows how well the model has been able to separate out the classes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ROC AUC Score of 0.84 shows the model has done a good job, but there is room for improvement.</a:t>
            </a:r>
          </a:p>
        </p:txBody>
      </p:sp>
    </p:spTree>
    <p:extLst>
      <p:ext uri="{BB962C8B-B14F-4D97-AF65-F5344CB8AC3E}">
        <p14:creationId xmlns:p14="http://schemas.microsoft.com/office/powerpoint/2010/main" val="3900541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0C6F-D1F9-7401-D5E0-19FDD4362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48B96-B7A9-9FEF-D8A2-C21816DD3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800" dirty="0"/>
              <a:t>The goal was to detect fraudulent </a:t>
            </a:r>
            <a:r>
              <a:rPr lang="en-US" sz="2800" dirty="0" err="1"/>
              <a:t>claims,Recall</a:t>
            </a:r>
            <a:r>
              <a:rPr lang="en-US" sz="2800" dirty="0"/>
              <a:t> is a good parameter. the summary of logistic regression model and random forest model are below:</a:t>
            </a:r>
          </a:p>
          <a:p>
            <a:pPr algn="just"/>
            <a:r>
              <a:rPr lang="en-US" sz="2800" dirty="0"/>
              <a:t>Logistic Regression model:- Training Data Accuracy :- 83.5% sensitivity: 82.5% specificity: 84.5% precision: 84% Recall: 82.5% F1-Score: 83.2%</a:t>
            </a:r>
          </a:p>
          <a:p>
            <a:pPr algn="just"/>
            <a:r>
              <a:rPr lang="en-US" sz="2800" dirty="0"/>
              <a:t>(Validation Data) Accuracy :- 83.6% sensitivity: 80.4% specificity: 86.7% precision: 86.4% Recall: 80.4% F1-Score: 83.3% Summary: The fraud is associated with hobbies of chess and cross-fit. It is negatively </a:t>
            </a:r>
            <a:r>
              <a:rPr lang="en-US" sz="2800" dirty="0" err="1"/>
              <a:t>assosicated</a:t>
            </a:r>
            <a:r>
              <a:rPr lang="en-US" sz="2800" dirty="0"/>
              <a:t> with minor damages, total loss. Also, Wrangler owners are good.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1374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17F30-8ECA-71B0-E45D-3DC67902A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7EAC1-4399-81B9-105F-2C3208FFE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Random Forest model:- (Train Data) Accuracy :- 92.3% sensitivity: 96.3% specificity: 88%precision: 89% Recall: 96% F1-Score: 92%</a:t>
            </a:r>
          </a:p>
          <a:p>
            <a:r>
              <a:rPr lang="en-US" sz="2800" dirty="0"/>
              <a:t>(Validation Data) Accuracy :- 82.7% sensitivity: 78.6% specificity: 86.9% precision: 86.1% Recall: 78.6% F1-Score: 82.2% Summary: Again fraud is associated with hobbies of Chess and cross-fit. similar to Logistic regression it also says the claim is negatively associated with minor damage and Total loss. Random forest also asks us to put weight around parameters like vehicle/injury/property claim, a new customer and a loss ratio high.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28582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8F81A-8AE2-6FC6-5577-23116F176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Insights and Business Decisions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88D3F-664F-BBA9-628A-9934675C1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Claims to be targeted:</a:t>
            </a:r>
          </a:p>
          <a:p>
            <a:pPr lvl="1"/>
            <a:r>
              <a:rPr lang="en-IN" dirty="0"/>
              <a:t>Having </a:t>
            </a:r>
            <a:r>
              <a:rPr lang="en-IN" dirty="0" err="1"/>
              <a:t>atleast</a:t>
            </a:r>
            <a:r>
              <a:rPr lang="en-IN" dirty="0"/>
              <a:t> one witness</a:t>
            </a:r>
          </a:p>
          <a:p>
            <a:pPr lvl="1"/>
            <a:r>
              <a:rPr lang="en-IN" dirty="0"/>
              <a:t>Insured has a hobby of Chess or CrossFit</a:t>
            </a:r>
          </a:p>
          <a:p>
            <a:pPr lvl="1"/>
            <a:r>
              <a:rPr lang="en-IN" dirty="0"/>
              <a:t>Insureds listing their occupation as Exec- Managers</a:t>
            </a:r>
          </a:p>
          <a:p>
            <a:pPr lvl="1"/>
            <a:r>
              <a:rPr lang="en-IN" dirty="0"/>
              <a:t>Insureds reporting claims for major damage</a:t>
            </a:r>
          </a:p>
          <a:p>
            <a:pPr lvl="1"/>
            <a:r>
              <a:rPr lang="en-IN" dirty="0"/>
              <a:t>Claim amount and insured education level are also important features as evidenced by model feature importance</a:t>
            </a:r>
          </a:p>
          <a:p>
            <a:r>
              <a:rPr lang="en-IN" dirty="0"/>
              <a:t>There is also a need to increase police reports on claims made as it can serve as an initial screen for fraudulent claims</a:t>
            </a:r>
          </a:p>
          <a:p>
            <a:r>
              <a:rPr lang="en-IN" dirty="0"/>
              <a:t>Also prepared an interactive Dashboard using Dash and </a:t>
            </a:r>
            <a:r>
              <a:rPr lang="en-IN" dirty="0" err="1"/>
              <a:t>plotly</a:t>
            </a:r>
            <a:r>
              <a:rPr lang="en-IN" dirty="0"/>
              <a:t> showing the </a:t>
            </a:r>
            <a:r>
              <a:rPr lang="en-IN" dirty="0" err="1"/>
              <a:t>Countplots</a:t>
            </a:r>
            <a:r>
              <a:rPr lang="en-IN" dirty="0"/>
              <a:t> for categorical features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04226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00D37-696F-D42D-C2DD-26A4026ED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Steps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16D89-0915-6555-F1E5-ACB0DB0BA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Time permitting, following additional actions could have been taken:</a:t>
            </a:r>
          </a:p>
          <a:p>
            <a:pPr lvl="1"/>
            <a:r>
              <a:rPr lang="en-IN" dirty="0"/>
              <a:t>Use of different imputers for missing values to see if any other gives superior performance such as iterative imputer</a:t>
            </a:r>
          </a:p>
          <a:p>
            <a:pPr lvl="1"/>
            <a:r>
              <a:rPr lang="en-IN" dirty="0"/>
              <a:t>Use of different models like </a:t>
            </a:r>
            <a:r>
              <a:rPr lang="en-IN" dirty="0" err="1"/>
              <a:t>LogisticRegression</a:t>
            </a:r>
            <a:r>
              <a:rPr lang="en-IN" dirty="0"/>
              <a:t> and SVM to see how dataset responds to these models</a:t>
            </a:r>
          </a:p>
          <a:p>
            <a:pPr lvl="1"/>
            <a:r>
              <a:rPr lang="en-IN" dirty="0"/>
              <a:t>Identify unique set of features that might always be leading to fraudulent claims.</a:t>
            </a:r>
          </a:p>
          <a:p>
            <a:pPr lvl="1"/>
            <a:r>
              <a:rPr lang="en-IN" dirty="0"/>
              <a:t>Adding features to dashboard and make it more user-friendly</a:t>
            </a:r>
          </a:p>
          <a:p>
            <a:pPr lvl="1"/>
            <a:r>
              <a:rPr lang="en-IN" dirty="0"/>
              <a:t>There is a need to capture more data as not many useful business insights can be drawn from 1000 datapoints. More data, better results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7792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AE6D9-DDEE-6BA8-33AC-EDFD7054D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Link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F7ABA-CB9C-AD58-ADF5-729836369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5084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1140</Words>
  <Application>Microsoft Office PowerPoint</Application>
  <PresentationFormat>Widescreen</PresentationFormat>
  <Paragraphs>115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Fraudulent Claim Detection</vt:lpstr>
      <vt:lpstr>Problem Statement</vt:lpstr>
      <vt:lpstr>Business Objective</vt:lpstr>
      <vt:lpstr>Features of the Dataset</vt:lpstr>
      <vt:lpstr>Evaluation Metric</vt:lpstr>
      <vt:lpstr>Data Cleaning and Preprocessing</vt:lpstr>
      <vt:lpstr>Changing datatypes and Dropping columns with Unique Values</vt:lpstr>
      <vt:lpstr>Imputation of Missing Values</vt:lpstr>
      <vt:lpstr>Label Encoding of Categorical Features</vt:lpstr>
      <vt:lpstr>Exploratory Data Analysis</vt:lpstr>
      <vt:lpstr>Number Of Witnesses gives some information</vt:lpstr>
      <vt:lpstr>Fraud Report</vt:lpstr>
      <vt:lpstr>Fraud Report By City</vt:lpstr>
      <vt:lpstr>Fraud Report By State</vt:lpstr>
      <vt:lpstr>Incident hour of the day</vt:lpstr>
      <vt:lpstr>Feature Selection</vt:lpstr>
      <vt:lpstr>Correlation Amongst Numerical Features</vt:lpstr>
      <vt:lpstr>Models and Approaches</vt:lpstr>
      <vt:lpstr>Models Used</vt:lpstr>
      <vt:lpstr>ROC AUC Curve</vt:lpstr>
      <vt:lpstr>Conclusion</vt:lpstr>
      <vt:lpstr>PowerPoint Presentation</vt:lpstr>
      <vt:lpstr>Insights and Business Decisions</vt:lpstr>
      <vt:lpstr>Future Steps</vt:lpstr>
      <vt:lpstr>GitHub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Gudalore Vangeepuram, Rajagopal</dc:creator>
  <cp:lastModifiedBy>Gudalore Vangeepuram, Rajagopal</cp:lastModifiedBy>
  <cp:revision>1</cp:revision>
  <dcterms:created xsi:type="dcterms:W3CDTF">2025-04-30T16:54:36Z</dcterms:created>
  <dcterms:modified xsi:type="dcterms:W3CDTF">2025-04-30T17:34:56Z</dcterms:modified>
</cp:coreProperties>
</file>